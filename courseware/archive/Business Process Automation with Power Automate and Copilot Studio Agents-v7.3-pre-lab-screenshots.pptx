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405" r:id="rId3"/>
    <p:sldId id="406" r:id="rId4"/>
    <p:sldId id="407" r:id="rId5"/>
    <p:sldId id="410" r:id="rId6"/>
    <p:sldId id="411" r:id="rId7"/>
    <p:sldId id="408" r:id="rId8"/>
    <p:sldId id="409" r:id="rId9"/>
    <p:sldId id="412" r:id="rId10"/>
    <p:sldId id="413" r:id="rId11"/>
    <p:sldId id="414" r:id="rId12"/>
    <p:sldId id="415" r:id="rId13"/>
    <p:sldId id="416" r:id="rId14"/>
    <p:sldId id="352" r:id="rId15"/>
    <p:sldId id="353" r:id="rId16"/>
    <p:sldId id="354" r:id="rId17"/>
    <p:sldId id="355" r:id="rId18"/>
    <p:sldId id="356" r:id="rId19"/>
    <p:sldId id="259" r:id="rId20"/>
    <p:sldId id="260" r:id="rId21"/>
    <p:sldId id="261" r:id="rId22"/>
    <p:sldId id="357" r:id="rId23"/>
    <p:sldId id="361" r:id="rId24"/>
    <p:sldId id="393" r:id="rId25"/>
    <p:sldId id="400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394" r:id="rId46"/>
    <p:sldId id="395" r:id="rId47"/>
    <p:sldId id="396" r:id="rId48"/>
    <p:sldId id="397" r:id="rId49"/>
    <p:sldId id="281" r:id="rId50"/>
    <p:sldId id="282" r:id="rId51"/>
    <p:sldId id="283" r:id="rId52"/>
    <p:sldId id="398" r:id="rId53"/>
    <p:sldId id="284" r:id="rId54"/>
    <p:sldId id="285" r:id="rId55"/>
    <p:sldId id="286" r:id="rId56"/>
    <p:sldId id="401" r:id="rId57"/>
    <p:sldId id="287" r:id="rId58"/>
    <p:sldId id="402" r:id="rId59"/>
    <p:sldId id="288" r:id="rId60"/>
    <p:sldId id="403" r:id="rId61"/>
    <p:sldId id="289" r:id="rId62"/>
    <p:sldId id="404" r:id="rId63"/>
    <p:sldId id="290" r:id="rId64"/>
    <p:sldId id="291" r:id="rId65"/>
    <p:sldId id="399" r:id="rId66"/>
    <p:sldId id="345" r:id="rId67"/>
    <p:sldId id="346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  <p:sldId id="300" r:id="rId77"/>
    <p:sldId id="301" r:id="rId78"/>
    <p:sldId id="302" r:id="rId79"/>
    <p:sldId id="303" r:id="rId80"/>
    <p:sldId id="304" r:id="rId81"/>
    <p:sldId id="305" r:id="rId82"/>
    <p:sldId id="306" r:id="rId83"/>
    <p:sldId id="307" r:id="rId84"/>
    <p:sldId id="392" r:id="rId85"/>
    <p:sldId id="358" r:id="rId86"/>
    <p:sldId id="359" r:id="rId87"/>
    <p:sldId id="360" r:id="rId88"/>
    <p:sldId id="362" r:id="rId89"/>
    <p:sldId id="363" r:id="rId90"/>
    <p:sldId id="364" r:id="rId91"/>
    <p:sldId id="365" r:id="rId92"/>
    <p:sldId id="344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88"/>
  </p:normalViewPr>
  <p:slideViewPr>
    <p:cSldViewPr snapToGrid="0">
      <p:cViewPr varScale="1">
        <p:scale>
          <a:sx n="92" d="100"/>
          <a:sy n="92" d="100"/>
        </p:scale>
        <p:origin x="1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7.3 (6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94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12EB6-7C0D-8B82-5435-9674E2E7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98936"/>
            <a:ext cx="7772400" cy="186012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AF4D53E-4D50-B245-34D6-AE875416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LAB1</a:t>
            </a:r>
          </a:p>
        </p:txBody>
      </p:sp>
    </p:spTree>
    <p:extLst>
      <p:ext uri="{BB962C8B-B14F-4D97-AF65-F5344CB8AC3E}">
        <p14:creationId xmlns:p14="http://schemas.microsoft.com/office/powerpoint/2010/main" val="604612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0B1C-EABD-C179-0E61-F798B297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647D7-7C3A-61C3-D7FD-1326A1CBD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82531"/>
            <a:ext cx="7772400" cy="129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8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61E5-0915-F51E-E267-970FD16D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284648-C49A-B2AF-9E7C-18544C7C2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98615"/>
            <a:ext cx="7772400" cy="166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8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C4CB-C18C-DBC6-4106-7E5C497D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5DF08-075C-0028-E522-4DD1EE11C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12106"/>
            <a:ext cx="7772400" cy="370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18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4805-CF76-4F69-8F3D-85CF10911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Lab4b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393985-D99C-5476-E530-33A95E59D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99986"/>
            <a:ext cx="7772400" cy="371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7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D381-9301-1309-EA58-DEA04DC8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Lab5b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7C8C1-69DC-F846-DF42-236120A1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128" y="1690688"/>
            <a:ext cx="7772400" cy="22144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F0829A-201D-FEAA-05C8-E6EAE3312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128" y="4192862"/>
            <a:ext cx="7772400" cy="194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2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F9B2-0F7E-4E59-8A55-836F662A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Lab5b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DBCCEC-A8D8-DCC6-9EEE-44401AF46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59306"/>
            <a:ext cx="7772400" cy="36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9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F87F-9A39-9ADE-B4DD-07442F04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37FEF-530F-314E-E56E-449472CB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99293"/>
            <a:ext cx="7772400" cy="165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8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325F-3E67-01C1-6306-0D474851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B5971D-C07A-1A61-5C4D-7290D303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00300"/>
            <a:ext cx="7772400" cy="20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4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C7C49-3D15-2BF3-7D0F-E84C4629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C40C6C-DD14-40F8-9C3C-4999D056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64276"/>
            <a:ext cx="7772400" cy="192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B65B-83D9-9CE4-8F93-C1332434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CC9B7-9F21-63A4-6201-8DB54F02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2752"/>
            <a:ext cx="7772400" cy="233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68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01C5-E365-D677-93D7-D2C2B034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9788D-B671-B48B-5179-B82108A8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72593"/>
            <a:ext cx="7772400" cy="191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1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Thirteen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545336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2121408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269748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8" y="32735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9808" y="3849624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8" y="442569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Research → draft → review → human approval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3776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9808" y="5001768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500176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4233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19836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Topic in, M365 Copilot blog, posted to Teams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36208" y="154533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runs the flow as its tool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36208" y="2121408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36208" y="2697480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36208" y="3273552"/>
            <a:ext cx="402336" cy="402336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62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236208" y="3849624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62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447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236208" y="4425696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62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82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2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614416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14400" y="5614416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Thirteen labs, each reusing the one before it. Nothing is rebuilt from scratch.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· 4b — approval, agents, multi-agent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10:05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· 5b — agent and workflow, each calling the 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10:05 – 11:30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11:30 – 12:10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1:10 – 2:10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2:10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Personal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Two shared Microsoft 365 personal accounts — use these when a lab step asks for a personal (outlook.com) sign-in.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training1-tertiary@outlook.com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training2-tertiary@outlook.com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83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both accounts:  Tertiary@888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These are shared personal accounts, separate from your assigned training account on the tertiaryinfotech tenant — sign in with them only where a lab calls for a personal Microsoft account, and do not change the password.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8835"/>
            <a:ext cx="10972800" cy="10695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43248"/>
            <a:ext cx="10972800" cy="9006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3268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103327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26441"/>
            <a:ext cx="10972799" cy="17343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Labs 4, 4b, 5 and 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Every agent has a Settings page. Two of its switches decide how this course's agents behave — and neither takes effect until you save and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27432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304288"/>
            <a:ext cx="6419088" cy="29260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62179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ⓘ  Changes to settings take effect after you save and publish the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182112"/>
            <a:ext cx="1874519" cy="347472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3182112"/>
            <a:ext cx="4572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182112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02736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Safety &amp;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23360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Greeting &amp;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724912"/>
            <a:ext cx="425196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962655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Tune how the agent responds, reasons, and communicates.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255264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3511296"/>
            <a:ext cx="42519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8376" y="3557016"/>
            <a:ext cx="3520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Allow other agents to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3813048"/>
            <a:ext cx="35204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Let other agents in your organization invoke this agent as a tool.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36027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0568" y="36301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98648" y="4315968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98648" y="4572000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08376" y="4608576"/>
            <a:ext cx="30632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Moderation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4846320"/>
            <a:ext cx="30632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Controls how strictly responses are filtered for unsafe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27448"/>
            <a:ext cx="8961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4727448"/>
            <a:ext cx="82296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161B26"/>
                </a:solidFill>
                <a:latin typeface="Arial"/>
              </a:rPr>
              <a:t>Medium  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toggle behind Labs 4 &amp; 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child agent can only be invoked as a connected agent while Allow other agents to connect is on. Manager cannot delegate to a child that has it off.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Moderation is a platform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moderation filter runs outside the model at the level you set — a structural control, not an instruction the agent could be talked out of.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Nothing bites until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Settings changes apply only after save and publish. A changed setting that “does nothing” is usually just unpublished.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Marketing Manager, Research, Blog and Review  ·  Copilot Studio connected agents  ·  60–75 min · optional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an Agent —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Publish makes a version live — a channel decides who can reach it. The publish dialog lists the channels; none of them serves your edits until you publish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310896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9424"/>
            <a:ext cx="38404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6845B"/>
                </a:solidFill>
                <a:latin typeface="Arial"/>
              </a:rPr>
              <a:t>✓  Last published today, 7:46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596896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Shareable web link for anyone to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456432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Embed your agent into a website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315968"/>
            <a:ext cx="3017520" cy="76809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79976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4407408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3008" y="43799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633472"/>
            <a:ext cx="3145536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5072" y="294436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05072" y="2944368"/>
            <a:ext cx="1234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Channel enabled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3291840"/>
            <a:ext cx="314553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 — Outlook, Word, Excel, PowerPoint and OneDrive.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5072" y="3877056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86784" y="38496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822192"/>
            <a:ext cx="28712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Make agent available in Microsoft 365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4187952"/>
            <a:ext cx="3145536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Publishing to the Agent Store inside Microsoft 365 Copilot goes through your admin's approval.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4791456"/>
            <a:ext cx="314553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F6FEB"/>
                </a:solidFill>
                <a:latin typeface="Arial"/>
              </a:rPr>
              <a:t>See agent in Microsoft 365  ·  See agent in Teams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Demo Website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shareable link is the fastest way to put the agent in a tester's hands — no Teams, no admin, anyone with the link.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Teams + Microsoft 365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Enable this channel and the agent appears in Teams chat and Microsoft 365 Copilot — where colleagues already work.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Publish, then re-publish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Channels serve the published version only. Every later edit is invisible to users until you publish again.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_deployment step publishes each agent to Microsoft Teams  ·  Copilot Studio agents  · 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52032"/>
            <a:ext cx="10972800" cy="188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topic, four agents: the Marketing Manager owns the conversation and delegates by stage of work — and nothing is final until a person approves.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75104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48256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42032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gives the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1975104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05456" y="2048256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MARKETING</a:t>
            </a:r>
          </a:p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542032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orchestrates,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never writes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40864" y="2432304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52544" y="1975104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4" y="2048256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542032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brochures + web,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labelled apart</a:t>
            </a:r>
          </a:p>
        </p:txBody>
      </p:sp>
      <p:sp>
        <p:nvSpPr>
          <p:cNvPr id="17" name="Chevron 16"/>
          <p:cNvSpPr/>
          <p:nvPr/>
        </p:nvSpPr>
        <p:spPr>
          <a:xfrm>
            <a:off x="4187951" y="2432304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9632" y="1975104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2048256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542032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writes from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brief, no web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5040" y="2432304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0" y="1975104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048256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42032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checklist; did not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 the draft</a:t>
            </a:r>
          </a:p>
        </p:txBody>
      </p:sp>
      <p:sp>
        <p:nvSpPr>
          <p:cNvPr id="25" name="Chevron 24"/>
          <p:cNvSpPr/>
          <p:nvPr/>
        </p:nvSpPr>
        <p:spPr>
          <a:xfrm>
            <a:off x="7882128" y="2432304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93808" y="1975104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3808" y="2048256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2542032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approves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final post</a:t>
            </a:r>
          </a:p>
        </p:txBody>
      </p:sp>
      <p:sp>
        <p:nvSpPr>
          <p:cNvPr id="29" name="Chevron 28"/>
          <p:cNvSpPr/>
          <p:nvPr/>
        </p:nvSpPr>
        <p:spPr>
          <a:xfrm>
            <a:off x="9729216" y="2432304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3456432"/>
            <a:ext cx="3502152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" y="3456432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3502152"/>
            <a:ext cx="31363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Split by stage, not audience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3785616"/>
            <a:ext cx="3136392" cy="13350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4 split agents by who may know what. This pipeline splits by what can go wrong at each stage: research, drafting and review each fail differently.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5112" y="3456432"/>
            <a:ext cx="3502152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25112" y="3456432"/>
            <a:ext cx="82296" cy="17373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3502152"/>
            <a:ext cx="31363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The brief is the product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785616"/>
            <a:ext cx="3136392" cy="13350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Blog Agent has no web search and no brochures — it can only write from the brief. That makes the Research Agent's brief the single thing worth checking.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91856" y="3456432"/>
            <a:ext cx="3502152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91856" y="3456432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93024" y="3502152"/>
            <a:ext cx="31363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Probe the 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3785616"/>
            <a:ext cx="3136392" cy="13350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Manager is instructed to stop for approval — a rule, not a gate. The test script tries to talk it out of the review. Contrast Lab 8, where the platform suspends the run.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Research → draft → review → human approval  ·  Copilot Studio connected agents  ·  60–75 min · optional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Build an agent flow that collects a blog topic at the Start node, drafts the post with M365 Copilot, and posts it to the Training team's General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pic>
        <p:nvPicPr>
          <p:cNvPr id="15" name="Picture 14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08" y="2532590"/>
            <a:ext cx="8321584" cy="212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mirror image of Lab 5: the agent decides when to call the workflow, and the flow's inputs and outputs are the contract it programs against.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698" y="1938528"/>
            <a:ext cx="9348603" cy="33101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 Writer Agent runs the flow as its tool  ·  Copilot Studio + M365 Copilot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86702"/>
            <a:ext cx="10972800" cy="813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03708"/>
            <a:ext cx="10972800" cy="11797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0151"/>
            <a:ext cx="10972800" cy="23468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22573"/>
            <a:ext cx="10972800" cy="21420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11970"/>
            <a:ext cx="10972800" cy="17632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pic>
        <p:nvPicPr>
          <p:cNvPr id="10" name="Picture 9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244174" cy="397763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41454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1454" y="1828800"/>
            <a:ext cx="8229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4334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34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27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0027" y="1828800"/>
            <a:ext cx="82296" cy="1508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2907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2 · Download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907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1454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1454" y="3520440"/>
            <a:ext cx="82296" cy="1508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4334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3 · Submit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34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27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0027" y="3520440"/>
            <a:ext cx="82296" cy="1508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2907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907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1454" y="5349240"/>
            <a:ext cx="7042825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1454" y="5349240"/>
            <a:ext cx="7042825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10867</Words>
  <Application>Microsoft Macintosh PowerPoint</Application>
  <PresentationFormat>Widescreen</PresentationFormat>
  <Paragraphs>1525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6" baseType="lpstr">
      <vt:lpstr>Arial</vt:lpstr>
      <vt:lpstr>Segoe UI</vt:lpstr>
      <vt:lpstr>Segoe UI Semibold</vt:lpstr>
      <vt:lpstr>Office Theme [1782148472114]</vt:lpstr>
      <vt:lpstr>Business Process Automation</vt:lpstr>
      <vt:lpstr>LAB1</vt:lpstr>
      <vt:lpstr>LAB2</vt:lpstr>
      <vt:lpstr>LAB3</vt:lpstr>
      <vt:lpstr>Lab 4a</vt:lpstr>
      <vt:lpstr>Lab4b</vt:lpstr>
      <vt:lpstr>Lab5b</vt:lpstr>
      <vt:lpstr>Lab5b</vt:lpstr>
      <vt:lpstr>Lab6</vt:lpstr>
      <vt:lpstr>Lab7</vt:lpstr>
      <vt:lpstr>Lab8</vt:lpstr>
      <vt:lpstr>Lab9</vt:lpstr>
      <vt:lpstr>Lab10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4</cp:revision>
  <dcterms:created xsi:type="dcterms:W3CDTF">2026-06-22T17:06:55Z</dcterms:created>
  <dcterms:modified xsi:type="dcterms:W3CDTF">2026-08-06T17:50:51Z</dcterms:modified>
</cp:coreProperties>
</file>