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18"/>
    <p:sldId id="353" r:id="rId19"/>
    <p:sldId id="354" r:id="rId20"/>
    <p:sldId id="355" r:id="rId21"/>
    <p:sldId id="356" r:id="rId22"/>
    <p:sldId id="259" r:id="rId23"/>
    <p:sldId id="260" r:id="rId24"/>
    <p:sldId id="261" r:id="rId25"/>
    <p:sldId id="357" r:id="rId26"/>
    <p:sldId id="361" r:id="rId27"/>
    <p:sldId id="393" r:id="rId17"/>
    <p:sldId id="400" r:id="rId10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394" r:id="rId16"/>
    <p:sldId id="395" r:id="rId15"/>
    <p:sldId id="396" r:id="rId14"/>
    <p:sldId id="397" r:id="rId13"/>
    <p:sldId id="281" r:id="rId47"/>
    <p:sldId id="282" r:id="rId48"/>
    <p:sldId id="283" r:id="rId49"/>
    <p:sldId id="398" r:id="rId12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399" r:id="rId11"/>
    <p:sldId id="345" r:id="rId58"/>
    <p:sldId id="346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04" r:id="rId72"/>
    <p:sldId id="305" r:id="rId73"/>
    <p:sldId id="306" r:id="rId74"/>
    <p:sldId id="307" r:id="rId75"/>
    <p:sldId id="392" r:id="rId76"/>
    <p:sldId id="358" r:id="rId77"/>
    <p:sldId id="359" r:id="rId78"/>
    <p:sldId id="360" r:id="rId79"/>
    <p:sldId id="362" r:id="rId80"/>
    <p:sldId id="363" r:id="rId81"/>
    <p:sldId id="364" r:id="rId82"/>
    <p:sldId id="365" r:id="rId83"/>
    <p:sldId id="344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 varScale="1">
        <p:scale>
          <a:sx n="93" d="100"/>
          <a:sy n="93" d="100"/>
        </p:scale>
        <p:origin x="24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slide" Target="slides/slide76.xml"/><Relationship Id="rId11" Type="http://schemas.openxmlformats.org/officeDocument/2006/relationships/slide" Target="slides/slide48.xml"/><Relationship Id="rId12" Type="http://schemas.openxmlformats.org/officeDocument/2006/relationships/slide" Target="slides/slide39.xml"/><Relationship Id="rId13" Type="http://schemas.openxmlformats.org/officeDocument/2006/relationships/slide" Target="slides/slide35.xml"/><Relationship Id="rId14" Type="http://schemas.openxmlformats.org/officeDocument/2006/relationships/slide" Target="slides/slide34.xml"/><Relationship Id="rId15" Type="http://schemas.openxmlformats.org/officeDocument/2006/relationships/slide" Target="slides/slide33.xml"/><Relationship Id="rId16" Type="http://schemas.openxmlformats.org/officeDocument/2006/relationships/slide" Target="slides/slide32.xml"/><Relationship Id="rId17" Type="http://schemas.openxmlformats.org/officeDocument/2006/relationships/slide" Target="slides/slide12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7.1 (6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94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Eleven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159105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2249424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8096" y="2907791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" y="356616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224528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974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8096" y="4882896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488289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482803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Invoke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0235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SharePoint grounding, published to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54496" y="1591056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54496" y="224942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544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54496" y="2907791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544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31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54496" y="3566160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544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31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31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54496" y="422452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544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31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Eleven labs, each reusing the one before it. Nothing is rebuilt from scratch.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— approval, agent anatomy, four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9:40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— grounding and publishing to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9:40 – 11:10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11:25 – 12:05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1:05 – 2:05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2:05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8835"/>
            <a:ext cx="10972800" cy="10695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43248"/>
            <a:ext cx="10972800" cy="9006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3268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103327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26441"/>
            <a:ext cx="10972799" cy="17343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4 and 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52032"/>
            <a:ext cx="10972800" cy="188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Grounding and Publishing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Ground an agent in a permission-controlled SharePoint source, test its refusals, and publish it to Teams.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32590"/>
            <a:ext cx="10972800" cy="21220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86702"/>
            <a:ext cx="10972800" cy="813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03708"/>
            <a:ext cx="10972800" cy="11797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0151"/>
            <a:ext cx="10972800" cy="23468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22573"/>
            <a:ext cx="10972800" cy="21420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11970"/>
            <a:ext cx="10972800" cy="17632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pic>
        <p:nvPicPr>
          <p:cNvPr id="10" name="Picture 9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244174" cy="397763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41454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1454" y="1828800"/>
            <a:ext cx="8229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4334" y="192024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34" y="2286000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27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27" y="1828800"/>
            <a:ext cx="82296" cy="1508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2907" y="192024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2 · Download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907" y="2286000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1454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1454" y="3520440"/>
            <a:ext cx="82296" cy="1508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4334" y="361188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3 · Submit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34" y="3977639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27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0027" y="3520440"/>
            <a:ext cx="82296" cy="1508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2907" y="361188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907" y="3977639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1454" y="5349240"/>
            <a:ext cx="7042825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1454" y="5349240"/>
            <a:ext cx="7042825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Personal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Two shared Microsoft 365 personal accounts — use these when a lab step asks for a personal (outlook.com) sign-in.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356616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training1-tertiary@outlook.com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103120"/>
            <a:ext cx="160020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03120"/>
            <a:ext cx="356616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training2-tertiary@outlook.com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2103120"/>
            <a:ext cx="160020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83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both accounts:  Tertiary@888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1083564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These are shared personal accounts, separate from your assigned training account on the tertiaryinfotech tenant — sign in with them only where a lab calls for a personal Microsoft account, and do not change the password.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8518</Words>
  <Application>Microsoft Macintosh PowerPoint</Application>
  <PresentationFormat>Widescreen</PresentationFormat>
  <Paragraphs>1242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Arial</vt:lpstr>
      <vt:lpstr>Segoe UI</vt:lpstr>
      <vt:lpstr>Segoe UI Semibold</vt:lpstr>
      <vt:lpstr>Office Theme [1782148472114]</vt:lpstr>
      <vt:lpstr>Business Process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3</cp:revision>
  <dcterms:created xsi:type="dcterms:W3CDTF">2026-06-22T17:06:55Z</dcterms:created>
  <dcterms:modified xsi:type="dcterms:W3CDTF">2026-08-05T16:33:41Z</dcterms:modified>
</cp:coreProperties>
</file>