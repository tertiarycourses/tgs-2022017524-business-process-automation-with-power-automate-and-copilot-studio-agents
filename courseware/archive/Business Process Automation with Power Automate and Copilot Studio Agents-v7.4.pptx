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5"/>
    <p:sldId id="353" r:id="rId6"/>
    <p:sldId id="354" r:id="rId7"/>
    <p:sldId id="355" r:id="rId8"/>
    <p:sldId id="356" r:id="rId9"/>
    <p:sldId id="259" r:id="rId10"/>
    <p:sldId id="260" r:id="rId11"/>
    <p:sldId id="261" r:id="rId12"/>
    <p:sldId id="357" r:id="rId13"/>
    <p:sldId id="361" r:id="rId14"/>
    <p:sldId id="393" r:id="rId15"/>
    <p:sldId id="400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394" r:id="rId36"/>
    <p:sldId id="395" r:id="rId37"/>
    <p:sldId id="396" r:id="rId38"/>
    <p:sldId id="397" r:id="rId39"/>
    <p:sldId id="281" r:id="rId40"/>
    <p:sldId id="282" r:id="rId41"/>
    <p:sldId id="283" r:id="rId42"/>
    <p:sldId id="398" r:id="rId43"/>
    <p:sldId id="284" r:id="rId44"/>
    <p:sldId id="285" r:id="rId45"/>
    <p:sldId id="286" r:id="rId46"/>
    <p:sldId id="401" r:id="rId47"/>
    <p:sldId id="287" r:id="rId48"/>
    <p:sldId id="402" r:id="rId49"/>
    <p:sldId id="288" r:id="rId50"/>
    <p:sldId id="403" r:id="rId51"/>
    <p:sldId id="289" r:id="rId52"/>
    <p:sldId id="404" r:id="rId53"/>
    <p:sldId id="290" r:id="rId54"/>
    <p:sldId id="291" r:id="rId55"/>
    <p:sldId id="399" r:id="rId56"/>
    <p:sldId id="345" r:id="rId57"/>
    <p:sldId id="346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92" r:id="rId75"/>
    <p:sldId id="358" r:id="rId76"/>
    <p:sldId id="359" r:id="rId77"/>
    <p:sldId id="360" r:id="rId78"/>
    <p:sldId id="362" r:id="rId79"/>
    <p:sldId id="363" r:id="rId80"/>
    <p:sldId id="364" r:id="rId81"/>
    <p:sldId id="365" r:id="rId82"/>
    <p:sldId id="344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88"/>
  </p:normalViewPr>
  <p:slideViewPr>
    <p:cSldViewPr snapToGrid="0">
      <p:cViewPr varScale="1">
        <p:scale>
          <a:sx n="90" d="100"/>
          <a:sy n="90" d="100"/>
        </p:scale>
        <p:origin x="23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7.4 (7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Thirteen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545336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2121408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69748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8" y="32735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9808" y="3849624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8" y="442569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Research → draft → review → human approval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3776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9808" y="5001768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500176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4233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19836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Topic in, M365 Copilot blog, posted to Teams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36208" y="154533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runs the flow as its tool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36208" y="2121408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36208" y="2697480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36208" y="3273552"/>
            <a:ext cx="402336" cy="402336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62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236208" y="3849624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62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447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36208" y="4425696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62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2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614416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614416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Thirteen labs, each reusing the one before it. Nothing is rebuilt from scratch.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· 4b — approval, agents, multi-agent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10:05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· 5b — agent and workflow, each calling the 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10:05 – 11:30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11:30 – 12:10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1:10 – 2:10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2:10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Personal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Two shared Microsoft 365 personal accounts — use these when a lab step asks for a personal (outlook.com) sign-in.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83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both accounts:  Tertiary@888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These are shared personal accounts, separate from your assigned training account on the tertiaryinfotech tenant — sign in with them only where a lab calls for a personal Microsoft account, and do not change the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9090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89" y="3039638"/>
            <a:ext cx="9765116" cy="233703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293392"/>
            <a:ext cx="9326880" cy="7655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3379016"/>
            <a:ext cx="9875520" cy="164279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3268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4741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53" y="3604708"/>
            <a:ext cx="8292787" cy="177196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Labs 4, 4b, 5 and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Every agent has a Settings page. Two of its switches decide how this course's agents behave — and neither takes effect until you save and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27432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304288"/>
            <a:ext cx="6419088" cy="29260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62179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ⓘ  Changes to settings take effect after you save and publish the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182112"/>
            <a:ext cx="1874519" cy="347472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182112"/>
            <a:ext cx="4572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182112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02736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Safety &amp;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23360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Greeting &amp;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724912"/>
            <a:ext cx="425196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962655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Tune how the agent responds, reasons, and communicates.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255264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3511296"/>
            <a:ext cx="42519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3557016"/>
            <a:ext cx="3520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Allow other agents to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3813048"/>
            <a:ext cx="35204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Let other agents in your organization invoke this agent as a tool.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36027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0568" y="36301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8648" y="4315968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8648" y="4572000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08376" y="4608576"/>
            <a:ext cx="30632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Moderation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4846320"/>
            <a:ext cx="30632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Controls how strictly responses are filtered for unsafe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27448"/>
            <a:ext cx="8961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727448"/>
            <a:ext cx="8229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161B26"/>
                </a:solidFill>
                <a:latin typeface="Arial"/>
              </a:rPr>
              <a:t>Medium  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toggle behind Labs 4 &amp; 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child agent can only be invoked as a connected agent while Allow other agents to connect is on. Manager cannot delegate to a child that has it off.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Moderation is a platform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moderation filter runs outside the model at the level you set — a structural control, not an instruction the agent could be talked out of.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Nothing bites until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Settings changes apply only after save and publish. A changed setting that “does nothing” is usually just unpublished.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Marketing Manager, Research, Blog and Review  ·  Copilot Studio connected agents  ·  60–75 min · optional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an Agent —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Publish makes a version live — a channel decides who can reach it. The publish dialog lists the channels; none of them serves your edits until you publish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310896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9424"/>
            <a:ext cx="38404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6845B"/>
                </a:solidFill>
                <a:latin typeface="Arial"/>
              </a:rPr>
              <a:t>✓  Last published today, 7:46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596896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Shareable web link for anyone to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456432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Embed your agent into a website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315968"/>
            <a:ext cx="3017520" cy="76809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9976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4407408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43799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633472"/>
            <a:ext cx="3145536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5072" y="29443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05072" y="2944368"/>
            <a:ext cx="1234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Channel enabled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291840"/>
            <a:ext cx="314553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 — Outlook, Word, Excel, PowerPoint and OneDrive.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3877056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86784" y="38496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822192"/>
            <a:ext cx="28712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Make agent available in Microsoft 365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4187952"/>
            <a:ext cx="3145536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Publishing to the Agent Store inside Microsoft 365 Copilot goes through your admin's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4791456"/>
            <a:ext cx="314553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F6FEB"/>
                </a:solidFill>
                <a:latin typeface="Arial"/>
              </a:rPr>
              <a:t>See agent in Microsoft 365  ·  See agent in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Demo Website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shareable link is the fastest way to put the agent in a tester's hands — no Teams, no admin, anyone with the link.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Teams + Microsoft 365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Enable this channel and the agent appears in Teams chat and Microsoft 365 Copilot — where colleagues already 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Publish, then re-publish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Channels serve the published version only. Every later edit is invisible to users until you publish again.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_deployment step publishes each agent to Microsoft Teams  ·  Copilot Studio agents  · 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45" y="1874519"/>
            <a:ext cx="7725804" cy="1325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835" y="3429000"/>
            <a:ext cx="4086025" cy="1947672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topic, four agents: the Marketing Manager owns the conversation and delegates by stage of work — and nothing is final until a person approves.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gives the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456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MARKETING</a:t>
            </a:r>
          </a:p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orchestrates,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never writes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40864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2544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brochures + web,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labelled apart</a:t>
            </a:r>
          </a:p>
        </p:txBody>
      </p:sp>
      <p:sp>
        <p:nvSpPr>
          <p:cNvPr id="17" name="Chevron 16"/>
          <p:cNvSpPr/>
          <p:nvPr/>
        </p:nvSpPr>
        <p:spPr>
          <a:xfrm>
            <a:off x="4187951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writes from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brief, no web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0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checklist; did not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 the draft</a:t>
            </a:r>
          </a:p>
        </p:txBody>
      </p:sp>
      <p:sp>
        <p:nvSpPr>
          <p:cNvPr id="25" name="Chevron 24"/>
          <p:cNvSpPr/>
          <p:nvPr/>
        </p:nvSpPr>
        <p:spPr>
          <a:xfrm>
            <a:off x="7882128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93808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3808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approves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final post</a:t>
            </a:r>
          </a:p>
        </p:txBody>
      </p:sp>
      <p:sp>
        <p:nvSpPr>
          <p:cNvPr id="29" name="Chevron 28"/>
          <p:cNvSpPr/>
          <p:nvPr/>
        </p:nvSpPr>
        <p:spPr>
          <a:xfrm>
            <a:off x="9729216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Research → draft → review → human approval  ·  Copilot Studio connected agents  ·  60–75 min · optional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961" y="3419856"/>
            <a:ext cx="4091772" cy="195681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Build an agent flow that collects a blog topic at the Start node, drafts the post with M365 Copilot, and posts it to the Training team's General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06" y="1874519"/>
            <a:ext cx="6633882" cy="16916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837" y="3822192"/>
            <a:ext cx="5456020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mirror image of Lab 5: the agent decides when to call the workflow, and the flow's inputs and outputs are the contract it programs against.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11" y="2632873"/>
            <a:ext cx="5788152" cy="20494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 Writer Agent runs the flow as its tool  ·  Copilot Studio + M365 Copilot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83" y="1976441"/>
            <a:ext cx="4343400" cy="202633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083" y="4277099"/>
            <a:ext cx="4343400" cy="108909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097507"/>
            <a:ext cx="9326880" cy="6917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3109260"/>
            <a:ext cx="9875520" cy="210843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0028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69" y="3133353"/>
            <a:ext cx="8474757" cy="224331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31" y="1874519"/>
            <a:ext cx="7909232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pic>
        <p:nvPicPr>
          <p:cNvPr id="15" name="Picture 14" descr="lab8-flow-canv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770" y="3822192"/>
            <a:ext cx="4266154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051" y="1874519"/>
            <a:ext cx="8665592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08" y="3822192"/>
            <a:ext cx="5179878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4987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787" y="3629308"/>
            <a:ext cx="7100120" cy="174736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10739</Words>
  <Application>Microsoft Macintosh PowerPoint</Application>
  <PresentationFormat>Widescreen</PresentationFormat>
  <Paragraphs>1507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Segoe UI</vt:lpstr>
      <vt:lpstr>Segoe UI Semibold</vt:lpstr>
      <vt:lpstr>Office Theme [1782148472114]</vt:lpstr>
      <vt:lpstr>Business Process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5</cp:revision>
  <dcterms:created xsi:type="dcterms:W3CDTF">2026-06-22T17:06:55Z</dcterms:created>
  <dcterms:modified xsi:type="dcterms:W3CDTF">2026-08-07T08:15:58Z</dcterms:modified>
</cp:coreProperties>
</file>